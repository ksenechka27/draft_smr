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</p:sldIdLst>
  <p:sldSz cx="7556500" cy="10693400"/>
  <p:notesSz cx="7556500" cy="106934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313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3A906C-FBF7-46B1-A3A1-8D765E2C1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E6DD876-EBF7-4B38-98B7-D49D3CE94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0A708-C236-4A1F-992C-CC2B458A98EA}" type="datetimeFigureOut">
              <a:rPr lang="ru-RU" smtClean="0"/>
              <a:t>06.05.2025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E5F9EA3-6F12-4536-A9E0-85C741FF6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D4EB046-DD00-414F-AD41-4670A9562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F0B6F-15F2-4846-AD7B-926F5EE6A6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0731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5C0492-F740-4F8B-AB6D-6C6B969EC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510" y="569326"/>
            <a:ext cx="6517481" cy="20668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A519AA2-AF5D-4A3C-A85E-9FA7009641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9510" y="2846623"/>
            <a:ext cx="6517481" cy="6784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408F096-A3E5-4CA0-A1A9-CEA9740460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19509" y="9911198"/>
            <a:ext cx="1700213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E0A708-C236-4A1F-992C-CC2B458A98EA}" type="datetimeFigureOut">
              <a:rPr lang="ru-RU" smtClean="0"/>
              <a:t>06.05.2025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30BA03F-217D-490A-B21C-301A3C2D4D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03091" y="9911198"/>
            <a:ext cx="2550319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9F7EA44-0155-4224-AEF1-08A6F8C4A3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336778" y="9911198"/>
            <a:ext cx="1700213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8F0B6F-15F2-4846-AD7B-926F5EE6A6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25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566745" rtl="0" eaLnBrk="1" latinLnBrk="0" hangingPunct="1">
        <a:lnSpc>
          <a:spcPct val="90000"/>
        </a:lnSpc>
        <a:spcBef>
          <a:spcPct val="0"/>
        </a:spcBef>
        <a:buNone/>
        <a:defRPr sz="272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1686" indent="-141686" algn="l" defTabSz="566745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1735" kern="1200">
          <a:solidFill>
            <a:schemeClr val="tx1"/>
          </a:solidFill>
          <a:latin typeface="+mn-lt"/>
          <a:ea typeface="+mn-ea"/>
          <a:cs typeface="+mn-cs"/>
        </a:defRPr>
      </a:lvl1pPr>
      <a:lvl2pPr marL="425059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08431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240" kern="1200">
          <a:solidFill>
            <a:schemeClr val="tx1"/>
          </a:solidFill>
          <a:latin typeface="+mn-lt"/>
          <a:ea typeface="+mn-ea"/>
          <a:cs typeface="+mn-cs"/>
        </a:defRPr>
      </a:lvl3pPr>
      <a:lvl4pPr marL="991804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4pPr>
      <a:lvl5pPr marL="1275177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5pPr>
      <a:lvl6pPr marL="1558549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6pPr>
      <a:lvl7pPr marL="1841922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7pPr>
      <a:lvl8pPr marL="2125294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8pPr>
      <a:lvl9pPr marL="2408667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1pPr>
      <a:lvl2pPr marL="283373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2pPr>
      <a:lvl3pPr marL="566745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3pPr>
      <a:lvl4pPr marL="850118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4pPr>
      <a:lvl5pPr marL="1133490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5pPr>
      <a:lvl6pPr marL="1416863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6pPr>
      <a:lvl7pPr marL="1700235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7pPr>
      <a:lvl8pPr marL="1983608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8pPr>
      <a:lvl9pPr marL="2266980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1E4FCB3B-1B5F-4873-9433-1952EE7EE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11A98EB-67F6-4277-8938-BD9D4F14584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427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1BA05CA5-6855-476C-8B0A-2E93645FA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3233193-EC46-4C1C-BF1F-94547030D9B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682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66A1F0FC-7F4D-4988-8164-A433C5A45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E04C7DC-FE4F-4148-BA75-96909A7B2BF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257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3F3D4928-547E-446D-AE6A-EADDA0663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EA60BAB-6E29-47DB-BA16-114BDC565D2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202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F5A7DCA6-E2A4-4AAF-927D-B67A2A9CC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E53BE89-6D05-4E15-8EC5-5C69FD5731D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124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5A0E45A8-0BFC-4A5D-BAB4-DDF7F84FF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55419F2-1A34-4336-90F6-74926CD3970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05154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Произвольный</PresentationFormat>
  <Paragraphs>0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Губенко Василий Константинович</dc:creator>
  <cp:lastModifiedBy>Губенко Василий Константинович</cp:lastModifiedBy>
  <cp:revision>2</cp:revision>
  <dcterms:created xsi:type="dcterms:W3CDTF">2025-05-06T13:20:22Z</dcterms:created>
  <dcterms:modified xsi:type="dcterms:W3CDTF">2025-05-06T13:20:58Z</dcterms:modified>
</cp:coreProperties>
</file>