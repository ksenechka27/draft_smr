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9ABD1A-30BE-4AB1-909E-628FE8D0A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54489A-6ACA-4E59-B7D6-6EBDFEBA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1422-30D4-43BD-97E1-0B56CB114C97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7CDF51-D08A-44C4-9E0E-899A3E41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236A0B-3C28-4818-97B0-797996E57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20918-6ABB-4954-8A99-DCCAE1EFE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285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E9190F-95EA-4F25-84FD-F2EE72FDF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EF22EB-DCBF-4558-81CB-D7DD9B64A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CDF49CF-4F67-4A8F-AE29-30E87AFF32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71422-30D4-43BD-97E1-0B56CB114C97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3405B9-12A1-4869-9EF7-C5A8A67F7D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F54851-0BC6-4D9F-AA0B-CA4BB6733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20918-6ABB-4954-8A99-DCCAE1EFEC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442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le:///\\corp.tander.ru\public\&#1057;&#1090;&#1072;&#1085;&#1076;&#1072;&#1088;&#1090;&#1099;%20&#1057;&#1052;&#1056;%20&#1080;%20&#1086;&#1073;&#1086;&#1088;&#1091;&#1076;&#1086;&#1074;&#1072;&#1085;&#1080;&#1103;\1.%20&#1057;&#1090;&#1072;&#1085;&#1076;&#1072;&#1088;&#1090;&#1099;%20&#1056;&#1057;&#1056;\1.%20&#1057;&#1090;&#1072;&#1085;&#1076;&#1072;&#1088;&#1090;&#1099;%20&#1052;&#1060;\1.%20&#1057;&#1090;&#1072;&#1085;&#1076;&#1072;&#1088;&#1090;%20&#1052;&#1052;%203.1\&#1055;&#1088;&#1080;&#1083;&#1086;&#1078;&#1077;&#1085;&#1080;&#1077;%2037.%20&#1050;%20&#1057;&#1090;&#1072;&#1085;&#1076;&#1072;&#1088;&#1090;&#1091;%20&#1089;&#1090;&#1088;&#1086;&#1080;&#1090;&#1077;&#1083;&#1100;&#1089;&#1090;&#1074;&#1072;,%20&#1088;&#1077;&#1082;&#1086;&#1085;&#1089;&#1090;&#1088;&#1091;&#1082;&#1094;&#1080;&#1080;%20&#1080;%20&#1088;&#1077;&#1084;&#1086;&#1085;&#1090;&#1072;%20&#1084;&#1072;&#1075;&#1072;&#1079;&#1080;&#1085;&#1086;&#1074;%20&#1092;&#1086;&#1088;&#1084;&#1072;&#1090;&#1072;%20&#1052;&#1052;%203.1.%20&#1050;&#1072;&#1083;&#1100;&#1082;&#1091;&#1083;&#1103;&#1090;&#1086;&#1088;%20&#1087;&#1086;&#1076;&#1089;&#1086;&#1073;&#1085;&#1099;&#1093;%20&#1087;&#1086;&#1084;&#1077;&#1097;&#1077;&#1085;&#1080;&#1081;.xlsx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4FE36733-5BB4-4E29-966A-65346345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ru-RU" sz="6600">
                <a:solidFill>
                  <a:schemeClr val="bg1"/>
                </a:solidFill>
                <a:latin typeface="ALS Magnitus Medium" pitchFamily="2" charset="0"/>
              </a:rPr>
              <a:t>Лиги принятий решений для магазинов малых форматов </a:t>
            </a:r>
            <a:br>
              <a:rPr lang="ru-RU" sz="6600">
                <a:solidFill>
                  <a:schemeClr val="bg1"/>
                </a:solidFill>
                <a:latin typeface="ALS Magnitus Medium" pitchFamily="2" charset="0"/>
              </a:rPr>
            </a:br>
            <a:r>
              <a:rPr lang="ru-RU" sz="6600">
                <a:solidFill>
                  <a:schemeClr val="bg1"/>
                </a:solidFill>
                <a:latin typeface="ALS Magnitus Medium" pitchFamily="2" charset="0"/>
              </a:rPr>
              <a:t>ММ 3.1 (БО и РД) </a:t>
            </a:r>
            <a:endParaRPr lang="ru-RU" sz="6600" dirty="0">
              <a:solidFill>
                <a:schemeClr val="bg1"/>
              </a:solidFill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E605A4-61AC-4AA6-B8C7-308AD44CFE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889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34A4C56D-E0E6-414A-A950-D0382012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1800" b="1">
                <a:latin typeface="ALS Magnitus Medium" pitchFamily="2" charset="0"/>
              </a:rPr>
              <a:t>Стандарты применения</a:t>
            </a:r>
            <a:r>
              <a:rPr lang="ru-RU" sz="1800" b="1">
                <a:solidFill>
                  <a:srgbClr val="FF0000"/>
                </a:solidFill>
                <a:latin typeface="ALS Magnitus Medium" pitchFamily="2" charset="0"/>
              </a:rPr>
              <a:t> </a:t>
            </a:r>
            <a:r>
              <a:rPr lang="ru-RU" sz="1800" b="1">
                <a:latin typeface="ALS Magnitus Medium" pitchFamily="2" charset="0"/>
              </a:rPr>
              <a:t>СМР и лиги принятия решений по отклонениям </a:t>
            </a:r>
            <a:endParaRPr lang="ru-RU" sz="18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85E7DC1-03B0-4097-915C-C3A49DFDD87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398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7E4A9F59-8FD5-47C6-813B-A87BAF5F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200" b="1">
                <a:latin typeface="ALS Magnitus Medium" pitchFamily="2" charset="0"/>
              </a:rPr>
              <a:t>Лиги принятий решений по открытию ММ (без субформатов) </a:t>
            </a:r>
            <a:endParaRPr lang="ru-RU" sz="22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659D5B-8EAD-4D2C-A29C-F8D780C9ACB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9965A827-7DFD-4F5E-92D1-CA69F12CB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600" b="1">
                <a:latin typeface="ALS Magnitus Medium" pitchFamily="2" charset="0"/>
              </a:rPr>
              <a:t>Кластеризация Фасад, РИМ БО</a:t>
            </a:r>
            <a:endParaRPr lang="ru-RU" sz="26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492386B-CCE5-4A28-9731-DBB2A66DD12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91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4076620-8EFC-474E-9AE0-DBAC4831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000" b="1">
                <a:latin typeface="ALS Magnitus Medium" pitchFamily="2" charset="0"/>
              </a:rPr>
              <a:t>Кластеризация СМР БО</a:t>
            </a:r>
            <a:endParaRPr lang="ru-RU" sz="20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FF1B6D-7EDC-401B-A572-409DCC7A316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53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4149F47-F065-4BD8-830A-C90E3D3F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600" b="1">
                <a:latin typeface="ALS Magnitus Medium" pitchFamily="2" charset="0"/>
              </a:rPr>
              <a:t>Кластеризация Фасад, РИМ РД</a:t>
            </a:r>
            <a:endParaRPr lang="ru-RU" sz="26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00ABE65-EF3A-4BE2-9FB9-BB9E2C53161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221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6585F05C-6184-413B-91C8-8E159676B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000" b="1">
                <a:latin typeface="ALS Magnitus Medium" pitchFamily="2" charset="0"/>
              </a:rPr>
              <a:t>Кластеризация СМР РД</a:t>
            </a:r>
            <a:endParaRPr lang="ru-RU" sz="20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B64E8F-B9A8-40E5-9646-514DFEFEAA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09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D3F3E397-97A7-4F85-8275-E5D6656E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000" b="1">
                <a:latin typeface="ALS Magnitus Medium" pitchFamily="2" charset="0"/>
              </a:rPr>
              <a:t>Кластеризация СМР</a:t>
            </a:r>
            <a:endParaRPr lang="ru-RU" sz="20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401F73C-6593-41B0-9AE5-C3F3362839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0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id="{0D893BCF-1CF9-4460-96C2-3814E43B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sz="2600" b="1">
                <a:latin typeface="ALS Magnitus Medium" pitchFamily="2" charset="0"/>
              </a:rPr>
              <a:t>Подсобные помещения: общие требования к площади</a:t>
            </a:r>
            <a:endParaRPr lang="ru-RU" sz="2600" b="1" dirty="0">
              <a:latin typeface="ALS Magnitus Medium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3FD6074-2C34-4D6F-9D15-C9BCFF9A21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B2F99C-D328-42E9-A7E8-D729DEB77B34}"/>
              </a:ext>
            </a:extLst>
          </p:cNvPr>
          <p:cNvSpPr/>
          <p:nvPr/>
        </p:nvSpPr>
        <p:spPr>
          <a:xfrm>
            <a:off x="5666886" y="5720545"/>
            <a:ext cx="23141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400" kern="0" dirty="0">
                <a:solidFill>
                  <a:srgbClr val="5E5E5E"/>
                </a:solidFill>
                <a:latin typeface="Arial" panose="020B0604020202020204" pitchFamily="34" charset="0"/>
                <a:ea typeface="Verdana" panose="020B0604030504040204" pitchFamily="34" charset="0"/>
                <a:cs typeface="Calibri" panose="020F0502020204030204" pitchFamily="34" charset="0"/>
                <a:hlinkClick r:id="rId3" action="ppaction://hlinkfile"/>
              </a:rPr>
              <a:t>Калькулятор Подсобок</a:t>
            </a:r>
            <a:endParaRPr lang="ru-RU" sz="1400" kern="0" dirty="0">
              <a:solidFill>
                <a:srgbClr val="5E5E5E"/>
              </a:solidFill>
              <a:latin typeface="Arial" panose="020B060402020202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0987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Широкоэкранный</PresentationFormat>
  <Paragraphs>10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ALS Magnitus Medium</vt:lpstr>
      <vt:lpstr>Arial</vt:lpstr>
      <vt:lpstr>Calibri</vt:lpstr>
      <vt:lpstr>Calibri Light</vt:lpstr>
      <vt:lpstr>Тема Office</vt:lpstr>
      <vt:lpstr>Лиги принятий решений для магазинов малых форматов  ММ 3.1 (БО и РД) </vt:lpstr>
      <vt:lpstr>Стандарты применения СМР и лиги принятия решений по отклонениям </vt:lpstr>
      <vt:lpstr>Лиги принятий решений по открытию ММ (без субформатов) </vt:lpstr>
      <vt:lpstr>Кластеризация Фасад, РИМ БО</vt:lpstr>
      <vt:lpstr>Кластеризация СМР БО</vt:lpstr>
      <vt:lpstr>Кластеризация Фасад, РИМ РД</vt:lpstr>
      <vt:lpstr>Кластеризация СМР РД</vt:lpstr>
      <vt:lpstr>Кластеризация СМР</vt:lpstr>
      <vt:lpstr>Подсобные помещения: общие требования к площади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Лиги принятий решений для магазинов малых форматов  ММ 3.1 (БО и РД) </dc:title>
  <dc:creator>Губенко Василий Константинович</dc:creator>
  <cp:lastModifiedBy>Губенко Василий Константинович</cp:lastModifiedBy>
  <cp:revision>2</cp:revision>
  <dcterms:created xsi:type="dcterms:W3CDTF">2026-05-22T12:17:23Z</dcterms:created>
  <dcterms:modified xsi:type="dcterms:W3CDTF">2026-05-22T12:18:10Z</dcterms:modified>
</cp:coreProperties>
</file>