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</p:sldIdLst>
  <p:sldSz cx="7556500" cy="10680700"/>
  <p:notesSz cx="7556500" cy="10680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18730"/>
            <a:ext cx="7556500" cy="1063193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18730"/>
            <a:ext cx="7556500" cy="1063193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18730"/>
            <a:ext cx="7556500" cy="1063193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18730"/>
            <a:ext cx="7556500" cy="1063193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mitype="http://purl.org/dc/dcmitype/" xmlns:dc="http://purl.org/dc/elements/1.1/" xmlns:dcterms="http://purl.org/dc/terms/" xmlns:xsi="http://www.w3.org/2001/XMLSchema-instance">
  <dc:title>Presentation PowerPoint</dc:title>
  <dc:creator>gubenko_vk</dc:creator>
  <cp:lastModifiedBy>gubenko_vk</cp:lastModifiedBy>
  <cp:revision>1</cp:revision>
  <dcterms:modified xsi:type="dcterms:W3CDTF">2025-04-23T18:49:57+03:00</dcterms:modified>
</cp:coreProperties>
</file>