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80700"/>
  <p:notesSz cx="7556500" cy="106807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012" y="5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5.png"/><Relationship Id="rId39" Type="http://schemas.openxmlformats.org/officeDocument/2006/relationships/image" Target="../media/image48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42" Type="http://schemas.openxmlformats.org/officeDocument/2006/relationships/image" Target="../media/image51.png"/><Relationship Id="rId47" Type="http://schemas.openxmlformats.org/officeDocument/2006/relationships/image" Target="../media/image56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45" Type="http://schemas.openxmlformats.org/officeDocument/2006/relationships/image" Target="../media/image54.png"/><Relationship Id="rId5" Type="http://schemas.openxmlformats.org/officeDocument/2006/relationships/image" Target="../media/image4.png"/><Relationship Id="rId15" Type="http://schemas.openxmlformats.org/officeDocument/2006/relationships/image" Target="../media/image25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20.png"/><Relationship Id="rId19" Type="http://schemas.openxmlformats.org/officeDocument/2006/relationships/image" Target="../media/image10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4" Type="http://schemas.openxmlformats.org/officeDocument/2006/relationships/image" Target="../media/image16.png"/><Relationship Id="rId9" Type="http://schemas.openxmlformats.org/officeDocument/2006/relationships/image" Target="../media/image8.png"/><Relationship Id="rId14" Type="http://schemas.openxmlformats.org/officeDocument/2006/relationships/image" Target="../media/image24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20" Type="http://schemas.openxmlformats.org/officeDocument/2006/relationships/image" Target="../media/image29.png"/><Relationship Id="rId41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"/>
          <p:cNvSpPr/>
          <p:nvPr/>
        </p:nvSpPr>
        <p:spPr>
          <a:xfrm>
            <a:off x="3451283" y="174020"/>
            <a:ext cx="140411" cy="14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279376" y="174020"/>
            <a:ext cx="140411" cy="14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2301" y="214662"/>
            <a:ext cx="226360" cy="1434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11667" y="212224"/>
            <a:ext cx="342590" cy="1458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13318" y="212224"/>
            <a:ext cx="326131" cy="145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60766" y="212224"/>
            <a:ext cx="279396" cy="1458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54422" y="212224"/>
            <a:ext cx="719725" cy="1458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4422" y="212224"/>
            <a:ext cx="472434" cy="1298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3077" y="212224"/>
            <a:ext cx="229410" cy="10667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0058" y="212224"/>
            <a:ext cx="492954" cy="1446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0058" y="212224"/>
            <a:ext cx="208479" cy="10667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3286" y="171177"/>
            <a:ext cx="338728" cy="1479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3286" y="171177"/>
            <a:ext cx="220874" cy="14792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60" y="643586"/>
            <a:ext cx="7437647" cy="100371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7556500" cy="1068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1"/>
          <p:cNvSpPr/>
          <p:nvPr/>
        </p:nvSpPr>
        <p:spPr>
          <a:xfrm>
            <a:off x="7183803" y="163667"/>
            <a:ext cx="140410" cy="1422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7011896" y="163667"/>
            <a:ext cx="140411" cy="1422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14820" y="204307"/>
            <a:ext cx="226360" cy="143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44186" y="201870"/>
            <a:ext cx="342591" cy="145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45838" y="201870"/>
            <a:ext cx="326130" cy="1458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93286" y="201870"/>
            <a:ext cx="279396" cy="1458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86941" y="201870"/>
            <a:ext cx="719727" cy="1458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86941" y="201870"/>
            <a:ext cx="472436" cy="1298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85597" y="201870"/>
            <a:ext cx="229410" cy="10667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00533" y="201870"/>
            <a:ext cx="325318" cy="1458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78817" y="201870"/>
            <a:ext cx="349498" cy="1458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7766" y="158587"/>
            <a:ext cx="100988" cy="14731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38052" y="204307"/>
            <a:ext cx="131669" cy="10159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99494" y="201870"/>
            <a:ext cx="210513" cy="10667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53016" y="201870"/>
            <a:ext cx="333648" cy="14467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11184" y="163667"/>
            <a:ext cx="251557" cy="18287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04960" y="201870"/>
            <a:ext cx="230428" cy="10667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50383" y="201870"/>
            <a:ext cx="467150" cy="1446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50383" y="201870"/>
            <a:ext cx="208479" cy="10667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12030" y="204307"/>
            <a:ext cx="210308" cy="10159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11446" y="201870"/>
            <a:ext cx="193038" cy="10667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16606" y="204307"/>
            <a:ext cx="221486" cy="10159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66468" y="201870"/>
            <a:ext cx="222093" cy="10667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66955" y="201870"/>
            <a:ext cx="400705" cy="12984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29999" y="201870"/>
            <a:ext cx="238147" cy="10667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85142" y="201870"/>
            <a:ext cx="216608" cy="10667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62616" y="201870"/>
            <a:ext cx="233269" cy="14467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9689" y="201870"/>
            <a:ext cx="240991" cy="10667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30617" y="204307"/>
            <a:ext cx="229610" cy="10241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4987" y="201870"/>
            <a:ext cx="229414" cy="10667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2461" y="201870"/>
            <a:ext cx="233268" cy="14467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3514" y="163667"/>
            <a:ext cx="119073" cy="14223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5423" y="1048255"/>
            <a:ext cx="7002309" cy="93087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55810" y="595674"/>
            <a:ext cx="219495" cy="9205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04450" y="560203"/>
            <a:ext cx="181300" cy="12965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05803" y="560203"/>
            <a:ext cx="181300" cy="12965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18864" y="560203"/>
            <a:ext cx="46820" cy="12753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63393" y="593723"/>
            <a:ext cx="179881" cy="9595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92197" y="593723"/>
            <a:ext cx="357398" cy="12930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18756" y="593723"/>
            <a:ext cx="432655" cy="9595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18756" y="593723"/>
            <a:ext cx="159631" cy="9595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78953" y="595674"/>
            <a:ext cx="171632" cy="92059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338940" y="593723"/>
            <a:ext cx="415749" cy="12007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234616" y="593723"/>
            <a:ext cx="327214" cy="12007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34509" y="593723"/>
            <a:ext cx="384711" cy="9595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1183" y="593723"/>
            <a:ext cx="258634" cy="12930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1632" y="593723"/>
            <a:ext cx="471086" cy="9595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4039" y="560737"/>
            <a:ext cx="220287" cy="12699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8EDA14F0-3DCE-46AC-B70E-A56FE590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0"/>
            <a:ext cx="6154009" cy="74972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0</Words>
  <Application>Microsoft Office PowerPoint</Application>
  <PresentationFormat>Произвольный</PresentationFormat>
  <Paragraphs>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6" baseType="lpstr">
      <vt:lpstr>Calibri</vt:lpstr>
      <vt:lpstr>Theme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gubenko_vk</dc:creator>
  <cp:lastModifiedBy>Губенко Василий Константинович</cp:lastModifiedBy>
  <cp:revision>3</cp:revision>
  <dcterms:modified xsi:type="dcterms:W3CDTF">2025-12-02T08:18:37Z</dcterms:modified>
</cp:coreProperties>
</file>